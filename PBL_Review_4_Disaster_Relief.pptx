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AI-Based Disaster Relief Management System, PBL Review 4, Group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 K L UNIVERSITY, HYDERABAD  |  PBL REVIEW –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REVIEW –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Disaster Relief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Review – 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 •  Implementation  •  Working Demonstration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Md. Rafeeq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University, Hyderabad  •  Group 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914400"/>
            <a:ext cx="4023360" cy="4937760"/>
          </a:xfrm>
          <a:prstGeom prst="roundRect">
            <a:avLst>
              <a:gd name="adj" fmla="val 2727"/>
            </a:avLst>
          </a:prstGeom>
          <a:solidFill>
            <a:srgbClr val="123B6D"/>
          </a:solidFill>
          <a:ln w="12700">
            <a:solidFill>
              <a:srgbClr val="2A5A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0956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– GROUP 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Srianish Saravan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2510030417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450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Goud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2510030339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Akshith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602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2510030365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4059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Numairuddin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2510030353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4864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5212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2510030336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Review 3 design into a demonstrable operational workflow.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148840" y="2011680"/>
            <a:ext cx="685800" cy="6858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290" y="21831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Relief Data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incidents, victims/needs, shelters and resources in a shared relational record.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6616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4983480" y="2011680"/>
            <a:ext cx="685800" cy="6858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21831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Prioritization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severity, affected people, urgency, access conditions and capacity as priority inputs.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2648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0080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7818120" y="2011680"/>
            <a:ext cx="685800" cy="6858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0" y="218313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Allocation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and issue resources without exceeding available stock.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96112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23544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Shape 19"/>
          <p:cNvSpPr/>
          <p:nvPr/>
        </p:nvSpPr>
        <p:spPr>
          <a:xfrm>
            <a:off x="10652760" y="2011680"/>
            <a:ext cx="685800" cy="6858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4210" y="218313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544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Actions Traceable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approvals, changes, dispatch updates and delivery details with time and actor.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Development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→ application implementation → testing → deployment readiness.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2416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93976" y="238658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6584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78024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Database Setup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238658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52744" y="238658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0568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Implementation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82128" y="238658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4736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59952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599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11512" y="238658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04120" y="164592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89336" y="1828800"/>
            <a:ext cx="457200" cy="45720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893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237744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Backup &amp; Maintenance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093976" y="4192524"/>
            <a:ext cx="283464" cy="256032"/>
          </a:xfrm>
          <a:prstGeom prst="rightArrow">
            <a:avLst/>
          </a:prstGeom>
          <a:solidFill>
            <a:srgbClr val="2BB5C4"/>
          </a:solidFill>
          <a:ln w="12700">
            <a:solidFill>
              <a:srgbClr val="2BB5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86584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86584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023360" y="4192524"/>
            <a:ext cx="283464" cy="256032"/>
          </a:xfrm>
          <a:prstGeom prst="rightArrow">
            <a:avLst/>
          </a:prstGeom>
          <a:solidFill>
            <a:srgbClr val="2BB5C4"/>
          </a:solidFill>
          <a:ln w="12700">
            <a:solidFill>
              <a:srgbClr val="2BB5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5968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15968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52744" y="4192524"/>
            <a:ext cx="283464" cy="256032"/>
          </a:xfrm>
          <a:prstGeom prst="rightArrow">
            <a:avLst/>
          </a:prstGeom>
          <a:solidFill>
            <a:srgbClr val="2BB5C4"/>
          </a:solidFill>
          <a:ln w="12700">
            <a:solidFill>
              <a:srgbClr val="2BB5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5352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45352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82128" y="4192524"/>
            <a:ext cx="283464" cy="256032"/>
          </a:xfrm>
          <a:prstGeom prst="rightArrow">
            <a:avLst/>
          </a:prstGeom>
          <a:solidFill>
            <a:srgbClr val="2BB5C4"/>
          </a:solidFill>
          <a:ln w="12700">
            <a:solidFill>
              <a:srgbClr val="2BB5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74736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74736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11512" y="4192524"/>
            <a:ext cx="283464" cy="256032"/>
          </a:xfrm>
          <a:prstGeom prst="rightArrow">
            <a:avLst/>
          </a:prstGeom>
          <a:solidFill>
            <a:srgbClr val="2BB5C4"/>
          </a:solidFill>
          <a:ln w="12700">
            <a:solidFill>
              <a:srgbClr val="2BB5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04120" y="4023360"/>
            <a:ext cx="1627632" cy="594360"/>
          </a:xfrm>
          <a:prstGeom prst="roundRect">
            <a:avLst>
              <a:gd name="adj" fmla="val 49231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04120" y="40233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SOURCES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5303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5303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3291840" y="5303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291840" y="5303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SACHET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6126480" y="5303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26480" y="5303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OGD / IMD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8961120" y="530352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61120" y="5303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of India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Implementation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the parts implemented for the demonstration.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• CSS3 • JavaScript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dashboards and role-based UI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16002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874520"/>
            <a:ext cx="594360" cy="59436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231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layer, validation and business rules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874520"/>
            <a:ext cx="594360" cy="59436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09828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/ InnoDB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and transactions (target architecture)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57200" y="3611880"/>
            <a:ext cx="69494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731520" y="425196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31520" y="4251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API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2834640" y="425196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834640" y="4251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API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937760" y="425196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937760" y="4251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API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31520" y="48920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31520" y="4892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API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2834640" y="48920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834640" y="4892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API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4937760" y="48920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E4F3F5"/>
          </a:solidFill>
          <a:ln w="9525">
            <a:solidFill>
              <a:srgbClr val="0E8FA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937760" y="4892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API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3152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Environment:  VS Code  •  Python runtime  •  Local development server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7635240" y="3611880"/>
            <a:ext cx="4069080" cy="2560320"/>
          </a:xfrm>
          <a:prstGeom prst="roundRect">
            <a:avLst>
              <a:gd name="adj" fmla="val 3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790956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Demo Database: SQLite</a:t>
            </a:r>
            <a:endParaRPr lang="en-US" sz="1700" dirty="0"/>
          </a:p>
        </p:txBody>
      </p:sp>
      <p:sp>
        <p:nvSpPr>
          <p:cNvPr id="39" name="Text 34"/>
          <p:cNvSpPr txBox="1"/>
          <p:nvPr/>
        </p:nvSpPr>
        <p:spPr>
          <a:xfrm>
            <a:off x="7909560" y="4297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runs on SQLite for zero-setup execution.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MySQL 8 / InnoDB.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used only for the portable demo, not as the production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User → Frontend → API / Backend → Database → Response.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84248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submit / monitor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29514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9776" y="1645920"/>
            <a:ext cx="1984248" cy="1554480"/>
          </a:xfrm>
          <a:prstGeom prst="roundRect">
            <a:avLst>
              <a:gd name="adj" fmla="val 5882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71216" y="18288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28600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91456" y="229514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1645920"/>
            <a:ext cx="1984248" cy="1554480"/>
          </a:xfrm>
          <a:prstGeom prst="roundRect">
            <a:avLst>
              <a:gd name="adj" fmla="val 5882"/>
            </a:avLst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93792" y="18288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28600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Validation • Business Rules • Allocation Logic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14032" y="229514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1645920"/>
            <a:ext cx="1984248" cy="1554480"/>
          </a:xfrm>
          <a:prstGeom prst="roundRect">
            <a:avLst>
              <a:gd name="adj" fmla="val 5882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16368" y="18288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228600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InnoDB (target)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36608" y="2295144"/>
            <a:ext cx="283464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7504" y="1645920"/>
            <a:ext cx="1984248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38944" y="18288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884664" y="228600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Status / Reports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ACTORS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2148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Agency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88920" y="3977640"/>
            <a:ext cx="2148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8892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0640" y="3977640"/>
            <a:ext cx="21488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/ NGO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MODULES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257800"/>
            <a:ext cx="1984248" cy="640080"/>
          </a:xfrm>
          <a:prstGeom prst="roundRect">
            <a:avLst>
              <a:gd name="adj" fmla="val 14286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52578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79776" y="5257800"/>
            <a:ext cx="1984248" cy="640080"/>
          </a:xfrm>
          <a:prstGeom prst="roundRect">
            <a:avLst>
              <a:gd name="adj" fmla="val 14286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79776" y="52578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02352" y="5257800"/>
            <a:ext cx="1984248" cy="640080"/>
          </a:xfrm>
          <a:prstGeom prst="roundRect">
            <a:avLst>
              <a:gd name="adj" fmla="val 14286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02352" y="52578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24928" y="5257800"/>
            <a:ext cx="1984248" cy="640080"/>
          </a:xfrm>
          <a:prstGeom prst="roundRect">
            <a:avLst>
              <a:gd name="adj" fmla="val 14286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24928" y="52578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47504" y="5257800"/>
            <a:ext cx="1984248" cy="640080"/>
          </a:xfrm>
          <a:prstGeom prst="roundRect">
            <a:avLst>
              <a:gd name="adj" fmla="val 14286"/>
            </a:avLst>
          </a:prstGeom>
          <a:solidFill>
            <a:srgbClr val="E4F3F5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47504" y="52578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3931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interact through the web frontend; modules are served by the API layer and share one relational record.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/ Working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pic>
        <p:nvPicPr>
          <p:cNvPr id="4" name="Image 0" descr="/home/claude/shots/logi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566160" cy="21057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389120" y="1097280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pic>
        <p:nvPicPr>
          <p:cNvPr id="7" name="Image 1" descr="/home/claude/sho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88720"/>
            <a:ext cx="3566160" cy="21050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805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840480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pic>
        <p:nvPicPr>
          <p:cNvPr id="10" name="Image 2" descr="/home/claude/shot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3566160" cy="21050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6080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389120" y="3840480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pic>
        <p:nvPicPr>
          <p:cNvPr id="13" name="Image 3" descr="/home/claude/shot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931920"/>
            <a:ext cx="3566160" cy="21050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80560" y="6080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/ Dispatch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8138160" y="1097280"/>
            <a:ext cx="3593592" cy="5349240"/>
          </a:xfrm>
          <a:prstGeom prst="roundRect">
            <a:avLst>
              <a:gd name="adj" fmla="val 305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DEMO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4124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412480" y="2176272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23B6D"/>
          </a:solidFill>
          <a:ln w="9525">
            <a:solidFill>
              <a:srgbClr val="2A5A9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503920" y="21762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server.py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4124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412480" y="3547872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23B6D"/>
          </a:solidFill>
          <a:ln w="9525">
            <a:solidFill>
              <a:srgbClr val="2A5A9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503920" y="3547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412480" y="4919472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23B6D"/>
          </a:solidFill>
          <a:ln w="9525">
            <a:solidFill>
              <a:srgbClr val="2A5A9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503920" y="49194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admin123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412480" y="5897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from the running local application.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implemented system can actually do in the demonstration.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is validated before operational access.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51960" y="1645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incidents and update incident status.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0802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Records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resource and audit records are stored and queryable.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9776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25196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resource quantities and locations.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51960" y="39776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5196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4119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/ Dispatch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incident, resource and quantity and perform allocation.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4119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actions are recorded with time and actor.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smoke test executed against the running demonstration.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3291840"/>
                <a:gridCol w="194767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login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login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Record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added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created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Record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updated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Assessed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response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updated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recorded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292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502920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50292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Checks Passed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303520" y="5029200"/>
            <a:ext cx="6428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502920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Insufficient-stock allocation is rejected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actions generate audit records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 from the local demonstration environment.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API requests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50058" y="16459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50058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 ms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87218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42916" y="16459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42916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1.70 ms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180076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35774" y="16459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35774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2.90 ms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72934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response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632" y="16459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28632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error rate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20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local demonstration environment; these are not production-scale benchmarks.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WORKFLOW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212848" y="4649724"/>
            <a:ext cx="274320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0058" y="44348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23B6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50058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05706" y="4649724"/>
            <a:ext cx="274320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2916" y="44348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42916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98564" y="4649724"/>
            <a:ext cx="274320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5774" y="44348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23B6D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35774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91422" y="4649724"/>
            <a:ext cx="274320" cy="256032"/>
          </a:xfrm>
          <a:prstGeom prst="rightArrow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28632" y="44348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28632" y="4434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should be benchmarked again on the target MySQL / server environment.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operational workflow is demonstrable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status changes are persisted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quantity decreases after dispatch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captures important actions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reflects operational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1960" y="128016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rgbClr val="0E8FA0"/>
          </a:solidFill>
          <a:ln w="12700">
            <a:solidFill>
              <a:srgbClr val="0E8FA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smoke tests passed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responses for tested APIs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50-request dashboard benchmark completed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Insufficient-stock allocation is rejected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remain queryable after updates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data-to-action loop is working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prioritization is rule-based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 is future scope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SMS enhancements are future scope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have been translated into a runnable operational prototype.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covers login, incident management, inventory, allocation and audit.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keeps actions traceable and stock updates consistent.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9632" y="1280160"/>
            <a:ext cx="55321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116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and route-aware dispatch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alerts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prediction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MySQL / InnoDB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performance and reliability evaluation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525780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asterRelief">
  <a:themeElements>
    <a:clrScheme name="DisasterRelief">
      <a:dk1>
        <a:srgbClr val="0B1F3A"/>
      </a:dk1>
      <a:lt1>
        <a:srgbClr val="FFFFFF"/>
      </a:lt1>
      <a:dk2>
        <a:srgbClr val="123B6D"/>
      </a:dk2>
      <a:lt2>
        <a:srgbClr val="F3F6F9"/>
      </a:lt2>
      <a:accent1>
        <a:srgbClr val="0E8FA0"/>
      </a:accent1>
      <a:accent2>
        <a:srgbClr val="123B6D"/>
      </a:accent2>
      <a:accent3>
        <a:srgbClr val="2BB5C4"/>
      </a:accent3>
      <a:accent4>
        <a:srgbClr val="1E9E5A"/>
      </a:accent4>
      <a:accent5>
        <a:srgbClr val="5B6B7F"/>
      </a:accent5>
      <a:accent6>
        <a:srgbClr val="D97706"/>
      </a:accent6>
      <a:hlink>
        <a:srgbClr val="0E8FA0"/>
      </a:hlink>
      <a:folHlink>
        <a:srgbClr val="5B6B7F"/>
      </a:folHlink>
    </a:clrScheme>
    <a:fontScheme name="DisasterRelie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Disaster Relief Management System – PBL Review 4</dc:title>
  <dc:subject>PptxGenJS Presentation</dc:subject>
  <dc:creator>Group 10</dc:creator>
  <cp:lastModifiedBy>Group 10</cp:lastModifiedBy>
  <cp:revision>1</cp:revision>
  <dcterms:created xsi:type="dcterms:W3CDTF">2026-10-02T11:43:02Z</dcterms:created>
  <dcterms:modified xsi:type="dcterms:W3CDTF">2026-10-02T11:43:02Z</dcterms:modified>
</cp:coreProperties>
</file>